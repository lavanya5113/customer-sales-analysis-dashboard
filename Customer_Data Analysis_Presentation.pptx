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76" r:id="rId3"/>
    <p:sldId id="259" r:id="rId4"/>
    <p:sldId id="261" r:id="rId5"/>
    <p:sldId id="260" r:id="rId6"/>
    <p:sldId id="262" r:id="rId7"/>
    <p:sldId id="263" r:id="rId8"/>
    <p:sldId id="264" r:id="rId9"/>
    <p:sldId id="272" r:id="rId10"/>
    <p:sldId id="265" r:id="rId11"/>
    <p:sldId id="275" r:id="rId12"/>
    <p:sldId id="266" r:id="rId13"/>
    <p:sldId id="273" r:id="rId14"/>
    <p:sldId id="267" r:id="rId15"/>
    <p:sldId id="274" r:id="rId16"/>
    <p:sldId id="268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D32BB7-75FE-4DC4-A532-730C3BC4C370}">
          <p14:sldIdLst>
            <p14:sldId id="256"/>
            <p14:sldId id="276"/>
            <p14:sldId id="259"/>
            <p14:sldId id="261"/>
            <p14:sldId id="260"/>
            <p14:sldId id="262"/>
            <p14:sldId id="263"/>
            <p14:sldId id="264"/>
            <p14:sldId id="272"/>
            <p14:sldId id="265"/>
            <p14:sldId id="275"/>
            <p14:sldId id="266"/>
            <p14:sldId id="273"/>
            <p14:sldId id="267"/>
            <p14:sldId id="274"/>
            <p14:sldId id="268"/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850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00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83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1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2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5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4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57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58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859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029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76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309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12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73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6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97C5291-A79B-4ABA-8D67-4F8116BA77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BCCD5D2-BC17-456A-9E89-3DC38DF3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7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103B-F70C-AB8B-FBEE-60143C649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46" y="1691525"/>
            <a:ext cx="9405243" cy="2677648"/>
          </a:xfrm>
        </p:spPr>
        <p:txBody>
          <a:bodyPr/>
          <a:lstStyle/>
          <a:p>
            <a:pPr algn="ctr"/>
            <a:r>
              <a:rPr lang="en-US" dirty="0"/>
              <a:t>Customer Data Analysis using Excel and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96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6291-319A-0657-3980-D3B456BF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6CC0-487C-FB66-9F65-C6AD00C40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Analyze customer shopping behavior using Power BI 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Understand patterns in gender, age, category, and payment methods 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Identify primary revenue drivers 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Provide data-driven recommendations to improve sales.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13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5A3F-A70B-D303-90FF-3784885F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3727-355C-5175-D22D-A5C01A60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90313"/>
            <a:ext cx="8825659" cy="34163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Analyze customer behavior 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gender and age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high-revenue customer segments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product category performance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payment method preferences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 actionable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5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5A3F-A70B-D303-90FF-3784885F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 &amp; DAX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3727-355C-5175-D22D-A5C01A60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780" y="3006623"/>
            <a:ext cx="8825659" cy="3416300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Age Group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column (18–35, 35–55, 55–60, 60+)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Extracted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invoice date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Calculated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Revenue (Price × Quantity)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using DAX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Cleaned and transformed data for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45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5A3F-A70B-D303-90FF-3784885F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3727-355C-5175-D22D-A5C01A60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68971"/>
            <a:ext cx="8825659" cy="3416300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Total Customers: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1000+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Total Revenue: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2.37 Million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Total Quantity Sold: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2,981 units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dataset supports detailed demographic and sales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047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FBAF-3487-674A-0D8B-BAA78ED2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Shopping Distribution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B3B7-2190-4366-EFF0-FF8A6B71D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95" y="2918132"/>
            <a:ext cx="6769846" cy="3416300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Female customers contribute the majority of purchases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Male customers have a lower shopping share.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73794-01AA-22A6-098B-BDBD496F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035" y="2918132"/>
            <a:ext cx="4151770" cy="261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8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15E4-C349-DD69-E308-A0BC1E59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&amp; Quantity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6CF7E-8043-95F2-8665-461942281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46" y="3135424"/>
            <a:ext cx="5650934" cy="3416300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Female customers purchase more products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Female customers generate higher revenue.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9A1D6-C70F-43AF-EF77-6AEE751ED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520" y="2397760"/>
            <a:ext cx="3962400" cy="2042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83C69-2DAA-FB0A-0024-88D0318D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20" y="4439920"/>
            <a:ext cx="4046571" cy="226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8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FBF-E76D-13B9-9EDB-421D6A25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Distribution by Age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FF4D-E939-29CA-BFD6-8B4D0B74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23" y="2849306"/>
            <a:ext cx="6229072" cy="34163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                            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35–55 age group has the highest shopping activity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18–35 is the second most active group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55–60 has the lowest contribution.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C4C0D-5197-1AC7-6DF5-292C25D0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95" y="2849306"/>
            <a:ext cx="5320681" cy="307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3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92D4-AE46-E39D-D928-A83BCD1F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EE06-5C51-0BC3-0426-99DF7F2D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Payment Method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6743-3F98-DC6F-4B02-8AF77B65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09977"/>
            <a:ext cx="8825659" cy="341630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Cash: 42%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Credit Card: 36%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Debit Card: 21%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Cash is the most preferred payment method.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5E71C-6CD0-B3BF-8732-E7C108105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2809977"/>
            <a:ext cx="4724400" cy="32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57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37F-0553-C091-25DF-6ADFD7AE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&amp; Quantity by Age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A7C4-A484-2426-9E73-C1B4951C9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6" y="2856517"/>
            <a:ext cx="6310023" cy="34163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35–55 age group generates the highest revenue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18–35 contributes significantly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Older age groups show stable but lower spending.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6D7D8-9194-D10D-ACC0-054F88B5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368" y="2275840"/>
            <a:ext cx="3732977" cy="2089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69FDD8-7F9B-0D56-0443-812873655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368" y="4452907"/>
            <a:ext cx="3664151" cy="23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660F33-9AEF-52F3-BF36-0F400FC9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019" y="0"/>
            <a:ext cx="12270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22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AEF5-60D6-D44C-85FE-6842CADB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E6D0-CA1F-674A-A537-042031BD9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59743"/>
            <a:ext cx="8825659" cy="4365522"/>
          </a:xfrm>
        </p:spPr>
        <p:txBody>
          <a:bodyPr>
            <a:normAutofit/>
          </a:bodyPr>
          <a:lstStyle/>
          <a:p>
            <a:r>
              <a:rPr lang="en-US" b="1" dirty="0"/>
              <a:t>Insights: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Clothing shows high purchase volume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Technology generates high revenue per transaction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Female customers dominate Clothing &amp; Cosmetics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Technology is preferred for high-value purchases.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398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C0A951-50EA-5672-C322-C2F0A6EB7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418" y="0"/>
            <a:ext cx="12302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27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E5FF-B1F9-6E5C-DB8C-75398069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Payment Method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EFAF-9A25-837F-070D-F2066D79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928" y="2387189"/>
            <a:ext cx="8525439" cy="398411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Cash is the most used payment method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Credit cards are preferred for high-value purchases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Younger customers favor digital payments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Older customers rely more on cash.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88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4D5C2-23F0-E0DA-69B8-880E63EC6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66" y="0"/>
            <a:ext cx="122257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0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BD7F-EF3D-D541-6BC8-F0457E03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5DD58-FB12-C41C-5E42-AC262867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59742"/>
            <a:ext cx="8825659" cy="4208206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Data visualization &amp; dashboard creation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Calculated measures and columns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 &amp; Transformation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techniques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Female customers and the 35–55 age group are key revenue drivers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Clothing and Technology are the most impactful categories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Cash dominates payments, but digital adoption is increasing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insights help improve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targeting, sales strategy, and payment optimization.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17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92F7-C319-3EAA-EF78-410562A6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C33F3-05C5-C531-E623-3E0D554F0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 Female customers with personalized offers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marketing on 35–55 age group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promotions on Clothing &amp; Technology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Encourage digital payments with discounts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Introduce loyalty programs for repeat customers.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8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DF8419-F8B4-097F-B5D3-45B5FC48A6AC}"/>
              </a:ext>
            </a:extLst>
          </p:cNvPr>
          <p:cNvSpPr txBox="1"/>
          <p:nvPr/>
        </p:nvSpPr>
        <p:spPr>
          <a:xfrm>
            <a:off x="3002280" y="2781330"/>
            <a:ext cx="7711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accent6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21422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168</TotalTime>
  <Words>418</Words>
  <Application>Microsoft Office PowerPoint</Application>
  <PresentationFormat>Widescreen</PresentationFormat>
  <Paragraphs>118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 Boardroom</vt:lpstr>
      <vt:lpstr>Customer Data Analysis using Excel and Power BI</vt:lpstr>
      <vt:lpstr>Project Overview</vt:lpstr>
      <vt:lpstr> Project Objectives</vt:lpstr>
      <vt:lpstr>Data Preparation &amp; DAX</vt:lpstr>
      <vt:lpstr>Dataset Overview</vt:lpstr>
      <vt:lpstr>Shopping Distribution by Gender</vt:lpstr>
      <vt:lpstr>Revenue &amp; Quantity by Gender</vt:lpstr>
      <vt:lpstr>Shopping Distribution by Age Group</vt:lpstr>
      <vt:lpstr>Payment Method Distribution</vt:lpstr>
      <vt:lpstr>Revenue &amp; Quantity by Age Group</vt:lpstr>
      <vt:lpstr>PowerPoint Presentation</vt:lpstr>
      <vt:lpstr>Category Performance Analysis</vt:lpstr>
      <vt:lpstr>PowerPoint Presentation</vt:lpstr>
      <vt:lpstr>Payment Method Analysis</vt:lpstr>
      <vt:lpstr>PowerPoint Presentation</vt:lpstr>
      <vt:lpstr>Tools Used &amp; Conclusion </vt:lpstr>
      <vt:lpstr>Actionable 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M</dc:creator>
  <cp:lastModifiedBy>lavanyan511@outlook.com</cp:lastModifiedBy>
  <cp:revision>3</cp:revision>
  <dcterms:created xsi:type="dcterms:W3CDTF">2025-12-25T09:15:50Z</dcterms:created>
  <dcterms:modified xsi:type="dcterms:W3CDTF">2026-05-09T07:53:36Z</dcterms:modified>
</cp:coreProperties>
</file>